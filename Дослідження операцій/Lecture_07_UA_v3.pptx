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435224f3f442a" /><Relationship Type="http://schemas.openxmlformats.org/officeDocument/2006/relationships/extended-properties" Target="/docProps/app.xml" Id="R5b62e72bbc114f83" /><Relationship Type="http://schemas.openxmlformats.org/officeDocument/2006/relationships/officeDocument" Target="/ppt/presentation.xml" Id="R886b0eee1db649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267d430df94a3f"/>
  </p:sldMasterIdLst>
  <p:notesMasterIdLst>
    <p:notesMasterId xmlns:r="http://schemas.openxmlformats.org/officeDocument/2006/relationships" r:id="R3b3c70b67c184b6c"/>
  </p:notesMasterIdLst>
  <p:sldIdLst>
    <p:sldId xmlns:r="http://schemas.openxmlformats.org/officeDocument/2006/relationships" id="256" r:id="R6680b5ba93f74380"/>
    <p:sldId xmlns:r="http://schemas.openxmlformats.org/officeDocument/2006/relationships" id="257" r:id="R448a96253c464feb"/>
    <p:sldId xmlns:r="http://schemas.openxmlformats.org/officeDocument/2006/relationships" id="258" r:id="Rd40cf0622cd54787"/>
    <p:sldId xmlns:r="http://schemas.openxmlformats.org/officeDocument/2006/relationships" id="259" r:id="Rb648c0bae2db4477"/>
    <p:sldId xmlns:r="http://schemas.openxmlformats.org/officeDocument/2006/relationships" id="260" r:id="R5f8048ef0ff44290"/>
    <p:sldId xmlns:r="http://schemas.openxmlformats.org/officeDocument/2006/relationships" id="261" r:id="R42767471375245cb"/>
    <p:sldId xmlns:r="http://schemas.openxmlformats.org/officeDocument/2006/relationships" id="262" r:id="R10eaeaaa00124b88"/>
    <p:sldId xmlns:r="http://schemas.openxmlformats.org/officeDocument/2006/relationships" id="263" r:id="R5e5ae201f7104128"/>
    <p:sldId xmlns:r="http://schemas.openxmlformats.org/officeDocument/2006/relationships" id="264" r:id="Rd7b22faf190248d1"/>
    <p:sldId xmlns:r="http://schemas.openxmlformats.org/officeDocument/2006/relationships" id="265" r:id="R63b5dba2be0f42f5"/>
    <p:sldId xmlns:r="http://schemas.openxmlformats.org/officeDocument/2006/relationships" id="266" r:id="R83ca742c19a143a4"/>
    <p:sldId xmlns:r="http://schemas.openxmlformats.org/officeDocument/2006/relationships" id="267" r:id="R6d5077c512424f08"/>
    <p:sldId xmlns:r="http://schemas.openxmlformats.org/officeDocument/2006/relationships" id="268" r:id="Rf339248d56ee431f"/>
    <p:sldId xmlns:r="http://schemas.openxmlformats.org/officeDocument/2006/relationships" id="269" r:id="Rf7f0f9aa4e7d4574"/>
    <p:sldId xmlns:r="http://schemas.openxmlformats.org/officeDocument/2006/relationships" id="270" r:id="Rd4ee76a4b4db4a9e"/>
    <p:sldId xmlns:r="http://schemas.openxmlformats.org/officeDocument/2006/relationships" id="271" r:id="R8c8645433b354d36"/>
    <p:sldId xmlns:r="http://schemas.openxmlformats.org/officeDocument/2006/relationships" id="272" r:id="Re3c1c685486d49d1"/>
    <p:sldId xmlns:r="http://schemas.openxmlformats.org/officeDocument/2006/relationships" id="273" r:id="R786131bd4cad4071"/>
    <p:sldId xmlns:r="http://schemas.openxmlformats.org/officeDocument/2006/relationships" id="274" r:id="Rf07112271ce24562"/>
    <p:sldId xmlns:r="http://schemas.openxmlformats.org/officeDocument/2006/relationships" id="275" r:id="R11b9b72daee0413f"/>
    <p:sldId xmlns:r="http://schemas.openxmlformats.org/officeDocument/2006/relationships" id="276" r:id="R1a6ac7801ecc4807"/>
    <p:sldId xmlns:r="http://schemas.openxmlformats.org/officeDocument/2006/relationships" id="277" r:id="R3dbb0e139c6a4ec3"/>
    <p:sldId xmlns:r="http://schemas.openxmlformats.org/officeDocument/2006/relationships" id="278" r:id="Rc6265e9b148d4a3b"/>
    <p:sldId xmlns:r="http://schemas.openxmlformats.org/officeDocument/2006/relationships" id="279" r:id="Rabc58c57f8e8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abcbb09954139" /><Relationship Type="http://schemas.openxmlformats.org/officeDocument/2006/relationships/slideMaster" Target="/ppt/slideMasters/slideMaster1.xml" Id="Rdb267d430df94a3f" /><Relationship Type="http://schemas.openxmlformats.org/officeDocument/2006/relationships/notesMaster" Target="/ppt/notesMasters/notesMaster1.xml" Id="R3b3c70b67c184b6c" /><Relationship Type="http://schemas.openxmlformats.org/officeDocument/2006/relationships/presProps" Target="/ppt/presProps.xml" Id="R95d323fb85e248a1" /><Relationship Type="http://schemas.openxmlformats.org/officeDocument/2006/relationships/tableStyles" Target="/ppt/tableStyles.xml" Id="R509ec51fba5d47d8" /><Relationship Type="http://schemas.openxmlformats.org/officeDocument/2006/relationships/slide" Target="/ppt/slides/slide1.xml" Id="R6680b5ba93f74380" /><Relationship Type="http://schemas.openxmlformats.org/officeDocument/2006/relationships/slide" Target="/ppt/slides/slide2.xml" Id="R448a96253c464feb" /><Relationship Type="http://schemas.openxmlformats.org/officeDocument/2006/relationships/slide" Target="/ppt/slides/slide3.xml" Id="Rd40cf0622cd54787" /><Relationship Type="http://schemas.openxmlformats.org/officeDocument/2006/relationships/slide" Target="/ppt/slides/slide4.xml" Id="Rb648c0bae2db4477" /><Relationship Type="http://schemas.openxmlformats.org/officeDocument/2006/relationships/slide" Target="/ppt/slides/slide5.xml" Id="R5f8048ef0ff44290" /><Relationship Type="http://schemas.openxmlformats.org/officeDocument/2006/relationships/slide" Target="/ppt/slides/slide6.xml" Id="R42767471375245cb" /><Relationship Type="http://schemas.openxmlformats.org/officeDocument/2006/relationships/slide" Target="/ppt/slides/slide7.xml" Id="R10eaeaaa00124b88" /><Relationship Type="http://schemas.openxmlformats.org/officeDocument/2006/relationships/slide" Target="/ppt/slides/slide8.xml" Id="R5e5ae201f7104128" /><Relationship Type="http://schemas.openxmlformats.org/officeDocument/2006/relationships/slide" Target="/ppt/slides/slide9.xml" Id="Rd7b22faf190248d1" /><Relationship Type="http://schemas.openxmlformats.org/officeDocument/2006/relationships/slide" Target="/ppt/slides/slide10.xml" Id="R63b5dba2be0f42f5" /><Relationship Type="http://schemas.openxmlformats.org/officeDocument/2006/relationships/slide" Target="/ppt/slides/slide11.xml" Id="R83ca742c19a143a4" /><Relationship Type="http://schemas.openxmlformats.org/officeDocument/2006/relationships/slide" Target="/ppt/slides/slide12.xml" Id="R6d5077c512424f08" /><Relationship Type="http://schemas.openxmlformats.org/officeDocument/2006/relationships/slide" Target="/ppt/slides/slide13.xml" Id="Rf339248d56ee431f" /><Relationship Type="http://schemas.openxmlformats.org/officeDocument/2006/relationships/slide" Target="/ppt/slides/slide14.xml" Id="Rf7f0f9aa4e7d4574" /><Relationship Type="http://schemas.openxmlformats.org/officeDocument/2006/relationships/slide" Target="/ppt/slides/slide15.xml" Id="Rd4ee76a4b4db4a9e" /><Relationship Type="http://schemas.openxmlformats.org/officeDocument/2006/relationships/slide" Target="/ppt/slides/slide16.xml" Id="R8c8645433b354d36" /><Relationship Type="http://schemas.openxmlformats.org/officeDocument/2006/relationships/slide" Target="/ppt/slides/slide17.xml" Id="Re3c1c685486d49d1" /><Relationship Type="http://schemas.openxmlformats.org/officeDocument/2006/relationships/slide" Target="/ppt/slides/slide18.xml" Id="R786131bd4cad4071" /><Relationship Type="http://schemas.openxmlformats.org/officeDocument/2006/relationships/slide" Target="/ppt/slides/slide19.xml" Id="Rf07112271ce24562" /><Relationship Type="http://schemas.openxmlformats.org/officeDocument/2006/relationships/slide" Target="/ppt/slides/slide20.xml" Id="R11b9b72daee0413f" /><Relationship Type="http://schemas.openxmlformats.org/officeDocument/2006/relationships/slide" Target="/ppt/slides/slide21.xml" Id="R1a6ac7801ecc4807" /><Relationship Type="http://schemas.openxmlformats.org/officeDocument/2006/relationships/slide" Target="/ppt/slides/slide22.xml" Id="R3dbb0e139c6a4ec3" /><Relationship Type="http://schemas.openxmlformats.org/officeDocument/2006/relationships/slide" Target="/ppt/slides/slide23.xml" Id="Rc6265e9b148d4a3b" /><Relationship Type="http://schemas.openxmlformats.org/officeDocument/2006/relationships/slide" Target="/ppt/slides/slide24.xml" Id="Rabc58c57f8e8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9adf6272840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0a7e1305844578" /><Relationship Type="http://schemas.openxmlformats.org/officeDocument/2006/relationships/notesMaster" Target="/ppt/notesMasters/notesMaster1.xml" Id="Rfafc82405fec41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6763841f3b4b48" /><Relationship Type="http://schemas.openxmlformats.org/officeDocument/2006/relationships/notesMaster" Target="/ppt/notesMasters/notesMaster1.xml" Id="Re88d88c866de4e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f432613df04224" /><Relationship Type="http://schemas.openxmlformats.org/officeDocument/2006/relationships/notesMaster" Target="/ppt/notesMasters/notesMaster1.xml" Id="R22dd3241a32848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ea1d39c25e405c" /><Relationship Type="http://schemas.openxmlformats.org/officeDocument/2006/relationships/notesMaster" Target="/ppt/notesMasters/notesMaster1.xml" Id="R90615888166f48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b6c75d65d94408" /><Relationship Type="http://schemas.openxmlformats.org/officeDocument/2006/relationships/notesMaster" Target="/ppt/notesMasters/notesMaster1.xml" Id="R2cdc3a87764c43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5ed4fce85b46e5" /><Relationship Type="http://schemas.openxmlformats.org/officeDocument/2006/relationships/notesMaster" Target="/ppt/notesMasters/notesMaster1.xml" Id="Rf00f84e0f5cb4c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05253f1b874e16" /><Relationship Type="http://schemas.openxmlformats.org/officeDocument/2006/relationships/notesMaster" Target="/ppt/notesMasters/notesMaster1.xml" Id="R6c6bcfab275e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f0c9e8f0c4445e" /><Relationship Type="http://schemas.openxmlformats.org/officeDocument/2006/relationships/notesMaster" Target="/ppt/notesMasters/notesMaster1.xml" Id="R34fd31e8bda14f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6bcf77a4bb48ba" /><Relationship Type="http://schemas.openxmlformats.org/officeDocument/2006/relationships/notesMaster" Target="/ppt/notesMasters/notesMaster1.xml" Id="Rdcfc954538394b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a7679dacba44ec" /><Relationship Type="http://schemas.openxmlformats.org/officeDocument/2006/relationships/notesMaster" Target="/ppt/notesMasters/notesMaster1.xml" Id="R6073858b70f04d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6dad569d664a24" /><Relationship Type="http://schemas.openxmlformats.org/officeDocument/2006/relationships/notesMaster" Target="/ppt/notesMasters/notesMaster1.xml" Id="R3fa3a99d5d984a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ff9b49dcb54671" /><Relationship Type="http://schemas.openxmlformats.org/officeDocument/2006/relationships/notesMaster" Target="/ppt/notesMasters/notesMaster1.xml" Id="R372d6cc9caec4c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b8cd633ab240b0" /><Relationship Type="http://schemas.openxmlformats.org/officeDocument/2006/relationships/notesMaster" Target="/ppt/notesMasters/notesMaster1.xml" Id="R0c912a668e3846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67be6ca6c94d24" /><Relationship Type="http://schemas.openxmlformats.org/officeDocument/2006/relationships/notesMaster" Target="/ppt/notesMasters/notesMaster1.xml" Id="Ra733309df9e447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549b0003bb49db" /><Relationship Type="http://schemas.openxmlformats.org/officeDocument/2006/relationships/notesMaster" Target="/ppt/notesMasters/notesMaster1.xml" Id="R49e8751157614b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3dee24a03b46fd" /><Relationship Type="http://schemas.openxmlformats.org/officeDocument/2006/relationships/notesMaster" Target="/ppt/notesMasters/notesMaster1.xml" Id="R60957c5298e545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22b1218ade45e0" /><Relationship Type="http://schemas.openxmlformats.org/officeDocument/2006/relationships/notesMaster" Target="/ppt/notesMasters/notesMaster1.xml" Id="R4fcf82d500f247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dd5fb0c99d4b2d" /><Relationship Type="http://schemas.openxmlformats.org/officeDocument/2006/relationships/notesMaster" Target="/ppt/notesMasters/notesMaster1.xml" Id="R0693f7af492b44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f74bc050f24b4f" /><Relationship Type="http://schemas.openxmlformats.org/officeDocument/2006/relationships/notesMaster" Target="/ppt/notesMasters/notesMaster1.xml" Id="R13d3d1124cc24b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91a2c672904861" /><Relationship Type="http://schemas.openxmlformats.org/officeDocument/2006/relationships/notesMaster" Target="/ppt/notesMasters/notesMaster1.xml" Id="R62c9d26b815e48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ca6bf2383f4310" /><Relationship Type="http://schemas.openxmlformats.org/officeDocument/2006/relationships/notesMaster" Target="/ppt/notesMasters/notesMaster1.xml" Id="R40767bf2edb04c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391ac48c6c4c59" /><Relationship Type="http://schemas.openxmlformats.org/officeDocument/2006/relationships/notesMaster" Target="/ppt/notesMasters/notesMaster1.xml" Id="R014f6850cb9945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dac03746ac418b" /><Relationship Type="http://schemas.openxmlformats.org/officeDocument/2006/relationships/notesMaster" Target="/ppt/notesMasters/notesMaster1.xml" Id="Re6787452b4f445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6bf24c2c794dc0" /><Relationship Type="http://schemas.openxmlformats.org/officeDocument/2006/relationships/notesMaster" Target="/ppt/notesMasters/notesMaster1.xml" Id="Rc00b69bbaa6c41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назвати різницю між ресурсом і виграшем. Нагадайте, що стан у ДП має містити інформацію, потрібну для майбутніх рішень.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Виграш вимірюємо в умовних одиницях за фіксований період. Припускаємо відсутність взаємного впливу сервісів. Реальний профіль інференсу потрібно вимірювати.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Зверніть увагу на нерівномірний приріст. Для B другий GPU корисніший за перший, тому жадібне правило може помилитися.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походження кожного доданка: кожен сервіс робить внесок у загальну продуктивність. GPU мають однакову вартість одиниці ресурсу.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 використовує бюджет не більше b. За невід’ємних виграшів не потрібно змушувати витратити весь ресурс. Збережені argmax дають відновлення плану.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Порахуйте клітинку F(2,3) разом із групою. Вона дорівнює 12: один GPU для A та два для B. Не підмінюйте значення таблиці окремим жадібним рішенням.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Покажіть усі альтернативи, а не тільки переможця. Вибір k=1 залишає три GPU для A і B, де найкращий виграш дорівнює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індекси масивів і відмінність max від argmax. Код не використовує готового солвера ДП: це прозора навчальна реалізація.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Починаємо з останнього сервісу, а не з першого. Після кожного вибору змінюється бюджет стану, з якого продовжуємо відновлення.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знайти план у вихідній таблиці. Число 17 має предметний зміст лише для заданого синтетичного профілю.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Відокремте маршрутизацію одного потоку від багатопотокового розподілу трафіку. При зростанні черг сталі ваги можуть стати непридатними.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намалювати цей малий граф у зошиті. Зворотних дуг у моделі немає. Це повністю задає приклад без прихованих зв’язків.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кожному кроці обираємо ще не зафіксований вузол з найменшою оцінкою. Додатні ваги гарантують, що ця оцінка більше не покращиться.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Формулювання використовує одиничний потік. За нецілих або додаткових обмежень властивість цілочисельності потребує окремої перевірки. Нульові цикли можуть дати зайві оптимальні потоки.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Без параметра weight функція мінімізує кількість дуг. За замовчуванням для зваженого графа застосовує метод Дейкстри. Офіційна документація: 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Перевірте, що всі послідовні пари вузлів є дугами. Порівняйте з маршрутами S–B–T та S–A–T, які мають 7 і 8 мс.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Від’ємні цикли на шляху до цілі можуть зробити оптимум необмеженим. Для затримок від’ємні ваги зазвичай не мають фізичного змісту, але можливі для скоригованих вартостей.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ваги 3 маршрут S–A–B–T має 7 мс та конкурує з S–B–T. За більшої ваги оптимум переходить на S–B–T. Усі інші ваги фіксовано.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Зверніть увагу, що правильний алгоритм може розв’язати неправильно поставлену задачу. Вимірювані ваги й профілі продуктивності визначають адекватність результату.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Запропонуйте студентам змінити таблицю B так, щоб другий GPU давав різкий приріст. Це демонструє відмінність локального правила і повного пошуку станів.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задавайте виграш для п’ятого GPU довільно без пояснення. Для мережі після видалення A–B найкращий маршрут має 7 мс.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Відповіді: число опрацьованих сервісів і доступний бюджет. Без ваг мінімізується число дуг. Для перевантаження потрібні потоки, місткості й залежність затримки від навантаження.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https://networkx.org/documentation/stable/reference/algorithms/generated/networkx.algorithms.shortest_paths.generic.shortest_path.html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0c3b2cf8c4c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621a5bdd749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e6137470f48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2377fb9ed49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8d76bb43a4a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24344dcef4b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F7B0CB-694A-4F91-919B-CC8061A1A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DBD08A-1C09-4C30-804E-E30414FB10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FF2F49-ED4D-4EA7-8383-39AD9A977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CD9AE-A090-46A6-AA54-0B0E4BF8F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7030C0-A704-41FA-85A5-965769081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7E6CA8-3E71-4A39-9745-08156D494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4B8823-3E9F-4E01-B126-217775763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D8C23B-5FA5-418F-AB1B-93C88B9189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47CF53-F4B5-4DEF-8A65-4135900FF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998671-174E-491A-9156-809039874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37a87d937641df" /><Relationship Type="http://schemas.openxmlformats.org/officeDocument/2006/relationships/slideLayout" Target="/ppt/slideLayouts/slideLayout1.xml" Id="Ra5450d211e4c4a2a" /><Relationship Type="http://schemas.openxmlformats.org/officeDocument/2006/relationships/slideLayout" Target="/ppt/slideLayouts/slideLayout2.xml" Id="R1b250c0ab7fa4cc0" /><Relationship Type="http://schemas.openxmlformats.org/officeDocument/2006/relationships/slideLayout" Target="/ppt/slideLayouts/slideLayout3.xml" Id="Rd8605837f4304e6c" /><Relationship Type="http://schemas.openxmlformats.org/officeDocument/2006/relationships/slideLayout" Target="/ppt/slideLayouts/slideLayout4.xml" Id="R16933ffedd964af8" /><Relationship Type="http://schemas.openxmlformats.org/officeDocument/2006/relationships/slideLayout" Target="/ppt/slideLayouts/slideLayout5.xml" Id="R9c87f18f355b4d29" /><Relationship Type="http://schemas.openxmlformats.org/officeDocument/2006/relationships/slideLayout" Target="/ppt/slideLayouts/slideLayout6.xml" Id="R71ce64aed29e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50d211e4c4a2a"/>
    <p:sldLayoutId xmlns:r="http://schemas.openxmlformats.org/officeDocument/2006/relationships" id="2147483650" r:id="R1b250c0ab7fa4cc0"/>
    <p:sldLayoutId xmlns:r="http://schemas.openxmlformats.org/officeDocument/2006/relationships" id="2147483651" r:id="Rd8605837f4304e6c"/>
    <p:sldLayoutId xmlns:r="http://schemas.openxmlformats.org/officeDocument/2006/relationships" id="2147483652" r:id="R16933ffedd964af8"/>
    <p:sldLayoutId xmlns:r="http://schemas.openxmlformats.org/officeDocument/2006/relationships" id="2147483653" r:id="R9c87f18f355b4d29"/>
    <p:sldLayoutId xmlns:r="http://schemas.openxmlformats.org/officeDocument/2006/relationships" id="2147483654" r:id="R71ce64aed29e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4074e96b44c72" /><Relationship Type="http://schemas.openxmlformats.org/officeDocument/2006/relationships/notesSlide" Target="/ppt/notesSlides/notesSlide1.xml" Id="Rdd7febab85a045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a116628504b16" /><Relationship Type="http://schemas.openxmlformats.org/officeDocument/2006/relationships/notesSlide" Target="/ppt/notesSlides/notesSlide2.xml" Id="R556ada50d65741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0d5a98b134fc5" /><Relationship Type="http://schemas.openxmlformats.org/officeDocument/2006/relationships/notesSlide" Target="/ppt/notesSlides/notesSlide3.xml" Id="R6782f4b1f88a4a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89734b6fe4acc" /><Relationship Type="http://schemas.openxmlformats.org/officeDocument/2006/relationships/notesSlide" Target="/ppt/notesSlides/notesSlide4.xml" Id="Rff0d9d3cd72f4c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0cec20e6645bd" /><Relationship Type="http://schemas.openxmlformats.org/officeDocument/2006/relationships/notesSlide" Target="/ppt/notesSlides/notesSlide5.xml" Id="Re7c19e3d4cc8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681b09017459f" /><Relationship Type="http://schemas.openxmlformats.org/officeDocument/2006/relationships/notesSlide" Target="/ppt/notesSlides/notesSlide6.xml" Id="R0484d60da47347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75b8cab304637" /><Relationship Type="http://schemas.openxmlformats.org/officeDocument/2006/relationships/notesSlide" Target="/ppt/notesSlides/notesSlide7.xml" Id="R4c0f88afb4d049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b7cce781a4ecb" /><Relationship Type="http://schemas.openxmlformats.org/officeDocument/2006/relationships/notesSlide" Target="/ppt/notesSlides/notesSlide8.xml" Id="R3669d41b51c84c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9cf619fa8492e" /><Relationship Type="http://schemas.openxmlformats.org/officeDocument/2006/relationships/notesSlide" Target="/ppt/notesSlides/notesSlide9.xml" Id="R0ca44ebe7afb47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cb311e989420d" /><Relationship Type="http://schemas.openxmlformats.org/officeDocument/2006/relationships/notesSlide" Target="/ppt/notesSlides/notesSlide10.xml" Id="R2911f6bce8ab41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a1720a45346f1" /><Relationship Type="http://schemas.openxmlformats.org/officeDocument/2006/relationships/notesSlide" Target="/ppt/notesSlides/notesSlide11.xml" Id="R135e111e09ca44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e43f812fb743dd" /><Relationship Type="http://schemas.openxmlformats.org/officeDocument/2006/relationships/notesSlide" Target="/ppt/notesSlides/notesSlide12.xml" Id="R2fb34ec103a048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f887386a84851" /><Relationship Type="http://schemas.openxmlformats.org/officeDocument/2006/relationships/notesSlide" Target="/ppt/notesSlides/notesSlide13.xml" Id="Rc7cc1b72c96f45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e2c07305347f8" /><Relationship Type="http://schemas.openxmlformats.org/officeDocument/2006/relationships/notesSlide" Target="/ppt/notesSlides/notesSlide14.xml" Id="R63cb33fd6a7949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158719312a4b55" /><Relationship Type="http://schemas.openxmlformats.org/officeDocument/2006/relationships/notesSlide" Target="/ppt/notesSlides/notesSlide15.xml" Id="Rae028e914c714b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2f5d816984257" /><Relationship Type="http://schemas.openxmlformats.org/officeDocument/2006/relationships/notesSlide" Target="/ppt/notesSlides/notesSlide16.xml" Id="R5cf95dad546542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ce00f8805465c" /><Relationship Type="http://schemas.openxmlformats.org/officeDocument/2006/relationships/notesSlide" Target="/ppt/notesSlides/notesSlide17.xml" Id="R6bd25b8bcbd249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97cb0f2d04c12" /><Relationship Type="http://schemas.openxmlformats.org/officeDocument/2006/relationships/notesSlide" Target="/ppt/notesSlides/notesSlide18.xml" Id="R6fc671f6322d4d4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eaf5b80fd4910" /><Relationship Type="http://schemas.openxmlformats.org/officeDocument/2006/relationships/chart" Target="/ppt/slides/charts/chart1.xml" Id="Ra598d127a69043cc" /><Relationship Type="http://schemas.openxmlformats.org/officeDocument/2006/relationships/notesSlide" Target="/ppt/notesSlides/notesSlide19.xml" Id="R14ab9ff3d2c54c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88b48a07f4aae" /><Relationship Type="http://schemas.openxmlformats.org/officeDocument/2006/relationships/notesSlide" Target="/ppt/notesSlides/notesSlide20.xml" Id="Ra5272d7b23034e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9f7c54985460e" /><Relationship Type="http://schemas.openxmlformats.org/officeDocument/2006/relationships/notesSlide" Target="/ppt/notesSlides/notesSlide21.xml" Id="R983c334c279141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e8c6238ed4de9" /><Relationship Type="http://schemas.openxmlformats.org/officeDocument/2006/relationships/notesSlide" Target="/ppt/notesSlides/notesSlide22.xml" Id="R1802340415b343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c01ceb95844a93" /><Relationship Type="http://schemas.openxmlformats.org/officeDocument/2006/relationships/notesSlide" Target="/ppt/notesSlides/notesSlide23.xml" Id="R55576722808a43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85866753d4fa6" /><Relationship Type="http://schemas.openxmlformats.org/officeDocument/2006/relationships/hyperlink" Target="https://networkx.org/documentation/stable/reference/algorithms/generated/networkx.algorithms.shortest_paths.generic.shortest_path.html" TargetMode="External" Id="Rd843f27269504b7f" /><Relationship Type="http://schemas.openxmlformats.org/officeDocument/2006/relationships/hyperlink" Target="https://docs.scipy.org/doc/scipy/reference/generated/scipy.optimize.linprog.html" TargetMode="External" Id="R65476548d5f746d9" /><Relationship Type="http://schemas.openxmlformats.org/officeDocument/2006/relationships/notesSlide" Target="/ppt/notesSlides/notesSlide24.xml" Id="Rba0191c1ba5d43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Найкраща затримка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'Chart Data'!$B$2:$B$6</c:f>
              <c:numCache>
                <c:formatCode>0.0</c:formatCode>
                <c:ptCount val="5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Затримка маршруту, мс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Затримка A–B, мс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DFE"/>
        </a:solidFill>
      </c:spPr>
    </c:plotArea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8637C359-1A83-4336-BFA0-E1E0D32E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7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2AD179-9820-4F9C-93A1-B2CE51D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Розподіл ресурсів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 мережеві моделі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A9175D6-0659-4AC4-BB07-34F0D76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GPU-бюджет, найкоротший маршрут і перевірка рішення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335EA37D-C99E-464B-A51D-1294A92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219422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646CCAD-8A4C-4C46-87A8-C50E0CDC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40AAEE0-7107-4BB0-A004-60806225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F46D16B-0656-4DD1-AE9C-BF78E08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Розподілити 4 GPU між трьома сервісами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2A6818B3-2068-4886-B9C0-8EA521CD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55CD208C-3B31-46EE-B82B-EE243CC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Відновити рішення з таблиці динамічного програмування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C716698E-3C21-462E-8D5E-EC0E3EED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AB05165-A9B4-4245-A84C-0C67F62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Знайти маршрут у зваженому графі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A36FABBD-6741-49DA-BFE0-45C2AD02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739DA4E-8907-495D-BC5D-980F475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шлях і пояснити межі моделі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E3ABA392-9BAB-4ED1-B4A6-BC33E213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 заняття: ресурсний план і маршрут із перевіркою.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72AEE4-31BE-4680-AEE9-C6F1B3C7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4519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244E46A-9B27-4D6F-953A-37D3E2B6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Задача: чотири GPU для трьох сервісів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98819586-1BCD-458F-AD58-921EBE3B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98E58F3-709E-4073-A4B6-B75AB83C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Сервіси A, B, C виконують незалежні пакети інференсу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70AF5D87-69AE-4DBD-A4C4-560EE119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B52E521-E3BF-4E33-9F99-520BD079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xA, xB, xC: кількість виділених GPU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A45AD14-E555-41C2-8F65-8CE735B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6BEEFC8-222E-4ADF-9906-8803ECB9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Сумарний бюджет: не більше 4 GPU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894981C-968E-4653-A7FE-8D9EC49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7F7068F-7873-4CB9-8E17-ECF32304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Мета: найбільший сумарний корисний результат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8740299-5C5A-4A6F-A2EC-A732EE09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Цілочисельне рішення має врахувати спільний бюджет.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B6AA29B-A045-45A2-87D7-F68128E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009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F38412-7A26-4E09-A5C0-51B6F91C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Дані: виграш від кількості GPU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F9596-5F7E-4280-B898-2C87B516E081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GPU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75538A7-BD6A-45E6-B2ED-6211A317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Таблиця виграшів замінює складну формулу продуктивності.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0AA60A-04D4-4EC2-A456-C5E27B47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1859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087FC0B-2FC2-42AC-A9FB-64EE13ED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Математична модель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9B639DAA-D0E2-424D-900F-07548B23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9D252BA-AE0A-4442-BCD3-EC79B53F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max F = gA(xA) + gB(xB) + gC(xC)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5DA6775-A7CA-4956-9E2A-1D67D52D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F736265-42FE-4FBB-BF58-C8FC4BF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xA + xB + xC ≤ 4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7BE74B31-A30A-419F-8B09-00BE4CC5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75AC2D1-3462-4750-851A-8143BCAC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xA, xB, xC ∈ {0, 1, 2, 3, 4}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01075808-BE08-4DBD-9C76-2855CB42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6E47C4D-C967-4672-8D46-C393C420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gA, gB, gC задані попередньою таблицею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4DB0310-BC7E-4CB3-9ED8-1B58532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Критерій складає виграші, обмеження складає витрати ресурсу.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383D52-821E-4F9A-B1F8-9A841F2D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0562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5BC29BC-B8FE-44A0-B604-A79E4D2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Стан і рекурентне правило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A0F39325-2549-4672-86C6-7F6FC51C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237319D-09FC-46D0-A3E2-BB673468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F(i, b): найкращий виграш перших i сервісів за бюджету b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2344DE47-1128-44E0-A2DB-91FD100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B6DBBA2-C8AA-496F-B085-8469767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Перебираємо k GPU для сервісу i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1BD6D7C-BFDE-4822-BBE4-6FD81AD9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5DB8F4E-0AEB-454F-A3B4-EDF56BCD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F(i, b) = max [F(i−1, b−k) + gi(k)]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BA5BF4F7-8019-44C6-9152-AE918679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ADEB0A5-1EDB-412D-913F-E744745F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Початок: F(0, b) = 0, перебір 0 ≤ k ≤ b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4116B4D-8B1C-4098-8707-FAFDA17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Останнє рішення залишає меншу задачу з бюджетом b−k.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2A2AEA-6E3B-4C4C-9B13-3654F5C8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29544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D3875F-7995-4840-99F3-0969DE0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Таблиця ДП за кроками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836BE-ED40-4D28-802F-6A90CC8720D9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86182"/>
                <a:gridCol w="1616364"/>
                <a:gridCol w="1616364"/>
                <a:gridCol w="1616364"/>
                <a:gridCol w="1616364"/>
                <a:gridCol w="1616364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Сервіси / бюджет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Без сервісів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A+B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A+B+C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EC42C2F-6763-4B3F-8E1D-797256B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Кожен рядок використовує лише результати попереднього.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04D56B-6C83-4035-B92E-46E64FEC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05716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C6EF98-8835-40C3-AFDA-FEF95911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Одна клітинка: третій сервіс, бюджет 4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305D8-890C-4C84-A722-F48D10E1A781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1951"/>
                <a:gridCol w="2862146"/>
                <a:gridCol w="2601951"/>
                <a:gridCol w="2601951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 для 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Залишок A+B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Виграш 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Сума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15E73DD-A79E-44FA-920C-0D8D4AA4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Найкращий варіант: 1 GPU для C, сумарний виграш 17.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468AE3-1B82-4F9D-9F4D-133F19F5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0427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C8FD0E-E3B9-4648-948E-17C7C43C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обчислення таблиці ДП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C07E019D-9B07-4053-B6C3-77AAC926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g = [[0,4,7,9,10], [0,3,8,10,11], [0,5,6,8,12]]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 = np.zeros((4,5), dtype=int)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pick = np.zeros_like(F)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for i in range(1,4):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for b in range(5):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v = [F[i-1,b-k]+g[i-1][k] for k in range(b+1)]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pick[i,b] = int(np.argmax(v))  # запам’ятати рішення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F[i,b] = max(v)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47D71F55-A5C2-48AA-8EBE-F87D807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pick зберігає рішення, F зберігає його якість.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390BE3-10BE-412A-9C02-C6865D7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56991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FD82F3-0B5D-4D08-BE76-14223063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відновлення плану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6CDBCDE4-7959-4610-992A-AB17C018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b = 4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x = [0,0,0]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for i in range(3,0,-1):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x[i-1] = int(pick[i,b])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b -= x[i-1]  # бюджет для попередніх сервісів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print("GPU:", x)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print("Виграш:", F[3,4])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print("Використано:", sum(x))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23E2D14-D7AA-4D9F-BF6A-74A014D4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Зворотний прохід відновлює конкретний розподіл.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32663D-6499-4778-8717-DC7FD1A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2289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6AA3DD8-2109-4332-9C03-806E4BE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результат програми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64F43FA2-5504-4DB5-8946-2D25934C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GPU: [1, 2, 1]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Виграш: 17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Використано: 4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9AE6FB0-6794-4D06-9464-57C79D1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Перевірка: 4 + 8 + 5 = 17, використано 4 GPU.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A4F7F3-D8F6-40C4-BECD-E369B99E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6906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25B1493-BD71-4D4A-9B94-8C018753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Друга задача: передавання даних до T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04F8E80-3FCB-4327-9072-BE8A5FDF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3AEF2E6-E575-432B-9C66-E8516358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Вузли S, A, B, T представляють мережеві майданчики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36D7E29A-E3E1-44BB-81C9-D2497488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F21932C-A492-4BF2-A191-F032CC2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Вага дуги: стала затримка в мілісекундах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66A4719E-FDAE-4862-BF73-F20FC6AF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F8B4BCD-1686-42E0-B497-A6FF6B0C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Потрібно знайти шлях S до T з найменшою сумою затримок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A6BB7FE-307F-4C85-A1C1-66DF4EBA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BE01BEDA-B6EB-4192-AE82-16A8595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Пропускну здатність і черги поки не враховуємо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F5C3783-38DA-427B-96AB-2EF0BD12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Найкоротший шлях оптимізує лише вибраний показник ваги.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384B43-8447-4EB3-AA45-62B1C25D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403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CCE4249-3609-40BF-8AD8-1675D693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Мережа як список напрямлених дуг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F9A9E-EA43-4C32-952F-6A8FE601AB0D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333750"/>
                <a:gridCol w="40005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Звідки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Куди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Затримка, мс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20ACD10-9C8B-4BDF-9304-BFB227F7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Дуга A–B має напрямок A до B.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D8B292-C25A-4074-AD8E-4012115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33773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1EEBE1-5F62-472C-9243-A1A7AA71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Дейкстра: фіксація відстаней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08957-9D99-410C-BF83-5AB6090AAE25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2830"/>
                <a:gridCol w="2616679"/>
                <a:gridCol w="2012830"/>
                <a:gridCol w="2012830"/>
                <a:gridCol w="201283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Обраний вузол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d(A)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d(B)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d(T)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F0FF01A-427B-4B2D-931B-D8BE3CF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Перед фіксацією T найкраща відстань дорівнює 5 мс.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3C6172-D238-45C4-908C-27E30F53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27499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0226EB6-C75A-43C4-A026-33D15B4E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Узагальнена модель шляху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817EA008-C397-4461-940D-CE202438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D577161-319C-431D-AEB4-27EE4A18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xij: потік по дузі i до j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D19F8B8B-A8DB-4155-9D28-3C2923C4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A588459-74D6-44D6-8746-C0C766F0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min Σ cij xij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41527C65-0FB6-4C8C-8A07-C8677F51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66E369D-8760-48BE-B45E-1D69E31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Баланс: вихід−вхід = 1 у S, −1 у T, 0 в інших вузлах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ACD48B0A-9FE1-4FF0-9577-11A8511E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41F11D52-13CD-4AC4-AC4B-269683D6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xij ≥ 0. Для цього мережевого ЛП існує цілий оптимальний план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E3CD16D8-8A9F-46BA-B463-BDE50BFE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Баланс потоку пов’язує локальні дуги в цілий маршрут.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C472AE-B3FE-4606-B3EE-1BE11922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6113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50101E-D738-4961-AE56-14C331F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готовий алгоритм NetworkX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8EB9152E-DF4B-4118-A85A-A25A5B09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networkx as nx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G = nx.DiGraph()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G.add_weighted_edges_from([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("S","A",2), ("S","B",5), ("A","B",1),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("A","T",6), ("B","T",2)])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 = nx.shortest_path(G,"S","T",weight="weight")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z = nx.path_weight(G,p,weight="weight")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print("Маршрут:", " -&gt; ".join(p))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print("Затримка:", z, "мс")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46B2298E-51AF-413C-92F2-0C0F8E99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weight="weight" вмикає врахування ваг дуг.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B0FF75-07B5-445A-B442-DD8364FD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63755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46BD0E-AD40-46BA-B8CE-278431D4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маршрут і його вартість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019EC6BC-8632-499C-9F7A-114EC75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Маршрут: S -&gt; A -&gt; B -&gt; T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Затримка: 5 мс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EF398313-8586-4875-98BE-1BEFE58E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Перевірка: S–A–B–T має затримку 2 + 1 + 2 = 5 мс.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9DB99E-1F7A-47E3-8CAE-FB66159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19514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17144-63F2-47EE-BF39-8601EA3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Вибір алгоритму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4B0A-263D-4699-B710-77552559A90A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55404"/>
                <a:gridCol w="4312596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Умова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Усі ваги однакові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Пошук у ширину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Ваги невід’ємні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Дейкстра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Можливі від’ємні ваги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Беллман–Форд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Обмеження на спільний трафік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Модель потоків / ЛП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766D21A-DFFE-454B-ABA1-638F68D6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Алгоритм обираємо за властивостями моделі.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2E83C4-EDE0-4D61-89F1-CD2AF642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485917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6832AD-230C-48F2-B921-C478DF68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Вплив затримки дуги A–B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AC5E717-74CC-4F68-A958-1724E20D7A51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98d127a69043cc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F36E195C-A9B2-46F4-B83C-C3A9BF6D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Після порога маршрут може змінитися.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705492-7524-4A46-8BA4-B489D1BF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296597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B96A9BD-D083-4C14-9224-3E730F4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Перевірка та межі застосування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9479F8A-13EE-4385-BF85-110CD12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D0E3B82-1CE9-4973-A40F-0A535BC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ресурсній задачі перевіряємо бюджет і суму виграшів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48EA5921-6D48-4F9D-A373-07097FC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ACFF6EC-00BE-4C56-BEEA-7CFFDCE8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мережевій задачі перевіряємо дуги й суму ваг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235C2694-6805-4590-B05A-29A40DD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3C7D52B-ECB2-46A5-9D23-79B80CB4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Порівнюємо з повним перебором на малому прикладі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9F014D98-AAEE-418E-AB36-B1724C80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D62C3FF-02A6-479C-BE38-B24D1CA8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Змінюємо один параметр і пояснюємо зміну рішення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C57A2FCB-5537-41EA-BA38-67A3FCBD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Число солвера потребує предметної та чисельної перевірки.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84D2997-3940-4CAE-A333-469692B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914918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4A72AAB-760B-40D8-B0E3-6AAA39D0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Типова помилка: найдешевша окрема дуга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E84A0DEF-74F7-4E38-BC68-9CC767A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46B4D09-5824-4AD8-92D4-CD13B8D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Локально найдешевший крок може вести до дорогого продовження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5EFFCE79-E6E6-45CE-891F-3F92531D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92AB94D0-2AE5-4715-A6D3-0331635D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Жадібний вибір GPU може пропустити вигідну комбінацію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3E258C40-730C-484B-AC7C-1AA4A4CD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39A870B-7FF3-4D92-902C-9D22B652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ДП зберігає найкращі продовження для кожного стану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7D888540-2073-4A05-8FBE-422C707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A23BD08-24FF-4EC5-9C68-A5FFB2AB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Дейкстра спирається на невід’ємність ваг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9BF7E69A-63B1-45EB-8EA7-07F7EFA8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Коректність жадібного правила треба довести.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5845D3-5DA5-42D0-9986-ECA670E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998197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779864A-A794-4779-82A1-BEF355A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Самостійна зміна прикладу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4ECE2761-2716-4F56-A868-0EC25355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B95B634-9330-43FB-8AF4-945E563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Збільшити GPU-бюджет до 5 і додати виграші для 5 GPU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9E9519B-5314-4A77-910F-815DFB30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4D2342B-2EFC-456C-B9EA-5D5AD271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Заборонити дугу A–B та перерахувати маршрут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42E8E693-050E-472A-A4AE-1014406B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83CA218-14C9-4BD1-845A-9006FCAE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Пояснити, чому відповідь змінилася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98C934FA-1D1C-489A-A1C5-C7CF7F9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D1CE480-8FF8-48D5-B278-0B9AD6C8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Додати перевірки обмежень у Notebook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F8A90DD-0B7D-4576-993D-556BB87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Експеримент має змінювати модель, а не лише формат виводу.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52C387-947E-4F6D-9035-D2F828D5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57041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F5AA19AC-96BB-4485-ACC2-64C7679F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0687CD4-3369-41AE-BC68-6C39B10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620B5F3-5F65-4629-97EF-25E5A741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Яку інформацію зберігає стан F(i,b)?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05EEA6CD-41D1-4F7C-8FC5-17DB80B7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FA06D2C-0A1D-447E-AAA5-BDBA6FF2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weight=None дає іншу задачу?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EBABBF2D-01F5-4617-985F-04ED9E4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5B39E79-58AC-452D-880A-71C8CE65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Що потрібно додати для врахування перевантаження каналів?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2CF05B59-94CA-47F4-B076-52248F2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E7B74C-7B8A-404F-9AD5-F5989272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954087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4E56EFF-FC36-4AE8-ADF6-00438B6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network">
            <a:extLst xmlns:a="http://schemas.openxmlformats.org/drawingml/2006/main">
              <a:ext uri="{FF2B5EF4-FFF2-40B4-BE49-F238E27FC236}">
                <a16:creationId xmlns:a16="http://schemas.microsoft.com/office/drawing/2014/main" id="{EBB6F876-71C3-472E-B9C8-126CE6F7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d843f27269504b7f"/>
              </a:rPr>
              <a:t>NetworkX · алгоритми найкоротшого шляху</a:t>
            </a:r>
          </a:p>
        </p:txBody>
      </p:sp>
      <p:sp>
        <p:nvSpPr>
          <p:cNvPr id="3" name="source-lp">
            <a:extLst xmlns:a="http://schemas.openxmlformats.org/drawingml/2006/main">
              <a:ext uri="{FF2B5EF4-FFF2-40B4-BE49-F238E27FC236}">
                <a16:creationId xmlns:a16="http://schemas.microsoft.com/office/drawing/2014/main" id="{796F29EE-B48E-4F71-9612-8AF47F0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65476548d5f746d9"/>
              </a:rPr>
              <a:t>SciPy · лінійне програмування linprog</a:t>
            </a:r>
          </a:p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51F36CE-FA94-4F26-B868-729689D0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8E595A47-C91B-433F-9975-779E8F18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1D1B12-DCE6-4A2E-8D89-DEC9B30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1640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2026-10-19T09:24:26.1260000Z</dcterms:created>
  <dcterms:modified xsi:type="dcterms:W3CDTF">2026-10-19T09:24:26.1260000Z</dcterms:modified>
</coreProperties>
</file>